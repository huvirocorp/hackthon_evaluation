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286000" cy="2286000"/>
          </a:xfrm>
          <a:prstGeom prst="ellipse">
            <a:avLst/>
          </a:prstGeom>
          <a:solidFill>
            <a:srgbClr val="112740"/>
          </a:solidFill>
          <a:ln w="12700">
            <a:solidFill>
              <a:srgbClr val="1127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EAD4"/>
                </a:solidFill>
              </a:rPr>
              <a:t>AI IN ACTION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How Can AI Help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Redesign a Room?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2606040"/>
            <a:ext cx="7132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EEAD4"/>
                </a:solidFill>
              </a:rPr>
              <a:t>▸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Interior design is time-consuming and requires expertise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EEAD4"/>
                </a:solidFill>
              </a:rPr>
              <a:t>▸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Users struggle to visualize ideas before implementation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EEAD4"/>
                </a:solidFill>
              </a:rPr>
              <a:t>❓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59E0B"/>
                </a:solidFill>
              </a:rPr>
              <a:t>Can AI generate fast, realistic &amp; customizable designs from text or images?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EEAD4"/>
                </a:solidFill>
              </a:rPr>
              <a:t>▸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Goal: Explore AI tools for automated interior redesign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🛠  Tools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Interior 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Freemium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8600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423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RoomGPT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Freemium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429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429000"/>
            <a:ext cx="54864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66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Planner 5D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8912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Free + Paid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43000"/>
            <a:ext cx="54864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Homestyler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19472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Free + Paid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286000"/>
            <a:ext cx="54864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423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Remodal AI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19472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Freemium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29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42900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566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DALL·E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19472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API / Credits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70916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6817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Freemium (limited generations)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4709160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46817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Free + Paid plans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47091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46817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API-based / limited credits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Demo: Input → Output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2560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Room image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or text prompt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9659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14600" y="960120"/>
            <a:ext cx="1920240" cy="2560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960120"/>
            <a:ext cx="19202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143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Recognition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2423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Image detection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Layout &amp; objects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19659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1920240" cy="2560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960120"/>
            <a:ext cx="19202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143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6344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Style Transfer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2423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Modern, minimal,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bohemian etc.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19659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812280" y="960120"/>
            <a:ext cx="1920240" cy="25603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960120"/>
            <a:ext cx="1920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143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1228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Output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12280" y="2423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Redesigned room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visualization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8412480" cy="1097280"/>
          </a:xfrm>
          <a:prstGeom prst="rect">
            <a:avLst/>
          </a:prstGeom>
          <a:solidFill>
            <a:srgbClr val="12203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📊  Observations: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⚡ Fast generation (5–30 seconds)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🎯 Multiple design variations possible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🔄 Consistent across room styles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📊  Tool Comparison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10896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463040"/>
                <a:gridCol w="1280160"/>
                <a:gridCol w="3017520"/>
              </a:tblGrid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Ease of Use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Output Quality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Interior AI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Very Easy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Medium-High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Quick redesign ideas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RoomGPT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Very Easy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Very Low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Beginners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Planner 5D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Very High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Detailed floor-plan design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Homestyler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Realistic layouts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Remodal AI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Easy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Fast variations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DALL·E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High (creative)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Concept art &amp; creativity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251960"/>
            <a:ext cx="265176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270248"/>
            <a:ext cx="26517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🏆 Best Control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Planner 5D / Homestyler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36392" y="4251960"/>
            <a:ext cx="265176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36392" y="4270248"/>
            <a:ext cx="26517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🎨 Best Creativity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DALL·E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98464" y="4251960"/>
            <a:ext cx="265176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98464" y="4270248"/>
            <a:ext cx="26517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⚡ Best Speed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Interior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⚠  Challenges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97480" cy="3566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Technical Limitations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57400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▸  Unrealistic geometry — floating furniture, distorted walls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▸  Poor spatial understanding in some tools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▸  Limited customization in RoomGPT, Interior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97480" cy="3566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14400"/>
            <a:ext cx="2697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Access Issues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057400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▸  Paywalls &amp; limited free credits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▸  Watermarks on free outputs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▸  Registration required for most tools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97480" cy="3566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914400"/>
            <a:ext cx="269748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51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15544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Performance Issues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057400"/>
            <a:ext cx="2423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▸  Inconsistent outputs for the same input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▸  Lack of precision — can't control dimensions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▸  No structural accuracy guarantee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⚖  Ethics &amp; Concerns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24712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1078992"/>
            <a:ext cx="7863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1887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Training data may include existing interior designs or artwork without consent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" y="1947672"/>
            <a:ext cx="7863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205740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Risk of copying established styles without proper attribution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862072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0120" y="2816352"/>
            <a:ext cx="7863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97280" y="292608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Ownership of AI-generated images remains legally unclear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730752"/>
            <a:ext cx="502920" cy="502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0120" y="3685032"/>
            <a:ext cx="7863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379476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Bias toward 'popular' design styles — Western and modern aesthetics dominate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590288"/>
            <a:ext cx="8412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🔑  Key Question: Is AI generating original design — or just remixing existing work?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⚙  How These Tools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Computer Vision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3075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Detects room structure, walls, furniture placement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Diffusion Models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2677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Generative AI (like DALL·E) creates image from noise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880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Style Transfer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2278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Applies aesthetic styles to recognized scene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319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840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Prompt Conditioning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879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Text → image generation guided by prompt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868680"/>
            <a:ext cx="3749040" cy="39776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Pipeline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0" y="1417320"/>
            <a:ext cx="32004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1417320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8968" y="144475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1.  Input image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1965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03520" y="2240280"/>
            <a:ext cx="32004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2240280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58968" y="22677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2.  Feature extraction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(walls, furniture)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7889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03520" y="3063240"/>
            <a:ext cx="32004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3063240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58968" y="30906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3.  AI generation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(diffusion model)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6118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303520" y="3886200"/>
            <a:ext cx="32004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3886200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8968" y="39136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4.  Output rendering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200400"/>
            <a:ext cx="4572000" cy="45720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22030"/>
          </a:solidFill>
          <a:ln w="12700">
            <a:solidFill>
              <a:srgbClr val="1220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5029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</a:rPr>
              <a:t>What We Learned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0D9488"/>
                </a:solidFill>
              </a:rPr>
              <a:t>✓  </a:t>
            </a:r>
            <a:pPr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AI excels at idea generation — not final design delivery</a:t>
            </a:r>
            <a:endParaRPr lang="en-US" sz="12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0D9488"/>
                </a:solidFill>
              </a:rPr>
              <a:t>✓  </a:t>
            </a:r>
            <a:pPr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All tools face a speed vs. control trade-off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50292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F59E0B"/>
                </a:solidFill>
              </a:rPr>
              <a:t>→  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Combine tools: Interior AI for quick ideas → refine in Planner 5D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F59E0B"/>
                </a:solidFill>
              </a:rPr>
              <a:t>→  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Custom prompts: specify materials, lighting, exact dimensions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F59E0B"/>
                </a:solidFill>
              </a:rPr>
              <a:t>→  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AR integration: real-time placement via Augmented Reality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F59E0B"/>
                </a:solidFill>
              </a:rPr>
              <a:t>→  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AI + CAD: merge AI creativity with technical precision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"AI doesn't replace interior designers yet — but it significantly accelerates creativity and visualization"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Interior Room Redesign</dc:title>
  <dc:subject>PptxGenJS Presentation</dc:subject>
  <dc:creator>PptxGenJS</dc:creator>
  <cp:lastModifiedBy>PptxGenJS</cp:lastModifiedBy>
  <cp:revision>1</cp:revision>
  <dcterms:created xsi:type="dcterms:W3CDTF">2026-05-01T16:02:14Z</dcterms:created>
  <dcterms:modified xsi:type="dcterms:W3CDTF">2026-05-01T16:02:14Z</dcterms:modified>
</cp:coreProperties>
</file>